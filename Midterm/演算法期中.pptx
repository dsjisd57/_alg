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Outfit Extra Bold"/>
      <p:regular r:id="rId15"/>
    </p:embeddedFont>
    <p:embeddedFont>
      <p:font typeface="Arimo"/>
      <p:regular r:id="rId16"/>
    </p:embeddedFont>
    <p:embeddedFont>
      <p:font typeface="Arimo"/>
      <p:regular r:id="rId17"/>
    </p:embeddedFont>
    <p:embeddedFont>
      <p:font typeface="Arimo"/>
      <p:regular r:id="rId18"/>
    </p:embeddedFont>
    <p:embeddedFont>
      <p:font typeface="Arimo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4597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演算法基礎與應用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09491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演算法是計算機科學的核心，如同人類的思維邏輯，是解決問題的關鍵。本報告將深入探討演算法的定義、特性、常見分類，並分析經典案例，最終探討演算法在各領域的應用。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7614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演算法的定義與特性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519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定義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433048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演算法是一組有限的、明確的步驟，用於解決特定問題或完成特定任務。它如同一個精準的指令集，指引著電腦如何處理數據，最終達成預期的目標。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28519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特性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343304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有窮性：演算法必須在有限步驟內結束，避免無止境的運算。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423814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確定性：每一步驟都有確定的意義，避免模稜兩可的指令。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504324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輸入與輸出：演算法接受輸入並生成輸出，明確定義輸入和輸出關係。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584835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有效性：每一步驟都可以被有效執行，確保步驟是可行的。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2225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0218" y="3443049"/>
            <a:ext cx="5644515" cy="705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常見演算法分類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790218" y="4487228"/>
            <a:ext cx="4199453" cy="3121462"/>
          </a:xfrm>
          <a:prstGeom prst="roundRect">
            <a:avLst>
              <a:gd name="adj" fmla="val 3038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3580" y="4720590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貪心演算法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3580" y="5208627"/>
            <a:ext cx="3732728" cy="2166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貪心演算法是一種最優化演算法，它在每一步都選擇當前狀態下的最佳解，期望最終獲得全局最優解。例如，Kruskal 演算法和 Prim 演算法用於尋找最小生成樹，它們在每一步都選擇當前成本最低的邊。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15414" y="4487228"/>
            <a:ext cx="4199453" cy="3121462"/>
          </a:xfrm>
          <a:prstGeom prst="roundRect">
            <a:avLst>
              <a:gd name="adj" fmla="val 3038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48776" y="4720590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分治演算法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48776" y="5208627"/>
            <a:ext cx="3732728" cy="1805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分治演算法通過將問題分解為多個子問題，分別求解後合併結果。例如，快速排序和合併排序都使用了分治策略，將排序問題分解為更小的子問題，分別排序後再合併。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640610" y="4487228"/>
            <a:ext cx="4199453" cy="3121462"/>
          </a:xfrm>
          <a:prstGeom prst="roundRect">
            <a:avLst>
              <a:gd name="adj" fmla="val 3038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73972" y="4720590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動態規劃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873972" y="5208627"/>
            <a:ext cx="3732728" cy="2166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動態規劃是一種用於解決最優化問題的演算法設計技術。它通過將問題分解為子問題，並記錄子問題的解來避免重複計算。例如，最短路徑問題和背包問題可以使用動態規劃來找到最佳解決方案。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9560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時間與空間複雜度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713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時間複雜度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852505"/>
            <a:ext cx="624470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時間複雜度用來描述演算法執行所需的時間，通常用大 O O 表示。它衡量了演算法在處理數據時，所需時間隨著輸入大小的變化趨勢。例如，冒泡排序的時間複雜度為 O ( n 2 ) O(n 2 )，表示當輸入數據規模增長時，所需時間會以平方級別增長。而快速排序的平均時間複雜度為 O ( n log ⁡ n ) O(nlogn)，表示時間複雜度隨輸入大小的增長呈對數級別增長。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2713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空間複雜度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3852505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空間複雜度用來描述演算法執行所需額外的空間，通常也用大 O O 表示。它衡量了演算法在執行過程中，除了輸入數據以外，還需要多少額外的記憶體空間。例如，遞歸演算法通常需要額外的堆疊空間來儲存函數呼叫信息。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6580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4260" y="3411974"/>
            <a:ext cx="7972544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經典演算法案例分析：排序演算法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744260" y="4634627"/>
            <a:ext cx="478393" cy="478393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21187" y="4714280"/>
            <a:ext cx="124420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1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435298" y="4634627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冒泡排序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1435298" y="5094446"/>
            <a:ext cx="3547824" cy="2381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冒泡排序是一種簡單但效率較低的排序演算法，它通過不斷比較相鄰元素，將較大的元素向後移動，最終將所有元素排好順序。其時間複雜度為 O ( n 2 ) O(n 2 )，表示當輸入數據規模增長時，所需時間會以平方級別增長。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5195768" y="4634627"/>
            <a:ext cx="478393" cy="478393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43049" y="4714280"/>
            <a:ext cx="183833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5886807" y="4634627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快速排序</a:t>
            </a:r>
            <a:endParaRPr lang="en-US" sz="2050" dirty="0"/>
          </a:p>
        </p:txBody>
      </p:sp>
      <p:sp>
        <p:nvSpPr>
          <p:cNvPr id="11" name="Text 8"/>
          <p:cNvSpPr/>
          <p:nvPr/>
        </p:nvSpPr>
        <p:spPr>
          <a:xfrm>
            <a:off x="5886807" y="5094446"/>
            <a:ext cx="3547824" cy="2381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快速排序是一種基於分治思想的排序演算法，其平均時間複雜度為 O ( n log ⁡ n ) O(nlogn)，比冒泡排序更高效。快速排序通過選擇一個基準元素，將待排序數據分割成兩部分，一部分比基準元素小，另一部分比基準元素大，然後遞歸排序這兩個部分。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9647277" y="4634627"/>
            <a:ext cx="478393" cy="478393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95629" y="4714280"/>
            <a:ext cx="181570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3</a:t>
            </a:r>
            <a:endParaRPr lang="en-US" sz="2500" dirty="0"/>
          </a:p>
        </p:txBody>
      </p:sp>
      <p:sp>
        <p:nvSpPr>
          <p:cNvPr id="14" name="Text 11"/>
          <p:cNvSpPr/>
          <p:nvPr/>
        </p:nvSpPr>
        <p:spPr>
          <a:xfrm>
            <a:off x="10338316" y="4634627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合併排序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10338316" y="5094446"/>
            <a:ext cx="3547824" cy="2381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合併排序也是一種基於分治思想的排序演算法。它將數據分割成子問題，遞歸排序每個子問題，然後將排序好的子問題合併成一個完整的排序結果。合併排序的時間複雜度也為 O ( n log ⁡ n ) O(nlogn)，與快速排序效率相當。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8652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經典演算法案例分析：最短路徑演算法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3444240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42380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Dijkstra 演算法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93790" y="4728448"/>
            <a:ext cx="360807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Dijkstra 演算法是一種計算單源最短路徑的演算法，適用於非負權圖。它通過不斷更新每個頂點到起點的最短距離，最終找到從起點到其他所有頂點的最短路徑。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2021" y="3444240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742021" y="4238030"/>
            <a:ext cx="29369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Floyd-Warshall 演算法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4742021" y="4728448"/>
            <a:ext cx="360818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Floyd-Warshall 演算法是一種計算所有頂點對之間的最短路徑的演算法。它通過逐漸增加中間頂點的數量，最終得到所有頂點對之間的最短路徑。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35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2463" y="512683"/>
            <a:ext cx="4660702" cy="582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演算法的應用領域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920591" y="1374815"/>
            <a:ext cx="22860" cy="6346031"/>
          </a:xfrm>
          <a:prstGeom prst="roundRect">
            <a:avLst>
              <a:gd name="adj" fmla="val 342523"/>
            </a:avLst>
          </a:prstGeom>
          <a:solidFill>
            <a:srgbClr val="BDB8DF"/>
          </a:solidFill>
          <a:ln/>
        </p:spPr>
      </p:sp>
      <p:sp>
        <p:nvSpPr>
          <p:cNvPr id="5" name="Shape 2"/>
          <p:cNvSpPr/>
          <p:nvPr/>
        </p:nvSpPr>
        <p:spPr>
          <a:xfrm>
            <a:off x="1118890" y="1782723"/>
            <a:ext cx="652463" cy="22860"/>
          </a:xfrm>
          <a:prstGeom prst="roundRect">
            <a:avLst>
              <a:gd name="adj" fmla="val 342523"/>
            </a:avLst>
          </a:prstGeom>
          <a:solidFill>
            <a:srgbClr val="BDB8DF"/>
          </a:solidFill>
          <a:ln/>
        </p:spPr>
      </p:sp>
      <p:sp>
        <p:nvSpPr>
          <p:cNvPr id="6" name="Shape 3"/>
          <p:cNvSpPr/>
          <p:nvPr/>
        </p:nvSpPr>
        <p:spPr>
          <a:xfrm>
            <a:off x="722293" y="1584484"/>
            <a:ext cx="419457" cy="419457"/>
          </a:xfrm>
          <a:prstGeom prst="roundRect">
            <a:avLst>
              <a:gd name="adj" fmla="val 18667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7431" y="1654373"/>
            <a:ext cx="109061" cy="279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957388" y="1561148"/>
            <a:ext cx="2330291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數據分析與處理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957388" y="1964174"/>
            <a:ext cx="6534150" cy="894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演算法在數據分析和處理中扮演著重要角色，例如排序、搜尋、聚類和分類等。排序演算法用於對數據進行排序，以便於快速搜尋或分析。搜尋演算法用於在數據中尋找特定的元素。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1118890" y="3639503"/>
            <a:ext cx="652463" cy="22860"/>
          </a:xfrm>
          <a:prstGeom prst="roundRect">
            <a:avLst>
              <a:gd name="adj" fmla="val 342523"/>
            </a:avLst>
          </a:prstGeom>
          <a:solidFill>
            <a:srgbClr val="BDB8DF"/>
          </a:solidFill>
          <a:ln/>
        </p:spPr>
      </p:sp>
      <p:sp>
        <p:nvSpPr>
          <p:cNvPr id="11" name="Shape 8"/>
          <p:cNvSpPr/>
          <p:nvPr/>
        </p:nvSpPr>
        <p:spPr>
          <a:xfrm>
            <a:off x="722293" y="3441263"/>
            <a:ext cx="419457" cy="419457"/>
          </a:xfrm>
          <a:prstGeom prst="roundRect">
            <a:avLst>
              <a:gd name="adj" fmla="val 18667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1475" y="3511153"/>
            <a:ext cx="161092" cy="279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957388" y="3417927"/>
            <a:ext cx="2330291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網路與路由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957388" y="3820954"/>
            <a:ext cx="6534150" cy="596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演算法在網路和路由中也具有重要應用，例如最短路徑演算法用於找到兩個點之間的最短路徑，最大流問題用於尋找網路中最大流量。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1118890" y="5198031"/>
            <a:ext cx="652463" cy="22860"/>
          </a:xfrm>
          <a:prstGeom prst="roundRect">
            <a:avLst>
              <a:gd name="adj" fmla="val 342523"/>
            </a:avLst>
          </a:prstGeom>
          <a:solidFill>
            <a:srgbClr val="BDB8DF"/>
          </a:solidFill>
          <a:ln/>
        </p:spPr>
      </p:sp>
      <p:sp>
        <p:nvSpPr>
          <p:cNvPr id="16" name="Shape 13"/>
          <p:cNvSpPr/>
          <p:nvPr/>
        </p:nvSpPr>
        <p:spPr>
          <a:xfrm>
            <a:off x="722293" y="4999792"/>
            <a:ext cx="419457" cy="419457"/>
          </a:xfrm>
          <a:prstGeom prst="roundRect">
            <a:avLst>
              <a:gd name="adj" fmla="val 18667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2428" y="5069681"/>
            <a:ext cx="159187" cy="279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957388" y="4976455"/>
            <a:ext cx="2330291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人工智慧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957388" y="5379482"/>
            <a:ext cx="6534150" cy="596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演算法是人工智慧的基石，例如機器學習中的優化演算法用於訓練模型，尋找最佳參數。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1118890" y="6756559"/>
            <a:ext cx="652463" cy="22860"/>
          </a:xfrm>
          <a:prstGeom prst="roundRect">
            <a:avLst>
              <a:gd name="adj" fmla="val 342523"/>
            </a:avLst>
          </a:prstGeom>
          <a:solidFill>
            <a:srgbClr val="BDB8DF"/>
          </a:solidFill>
          <a:ln/>
        </p:spPr>
      </p:sp>
      <p:sp>
        <p:nvSpPr>
          <p:cNvPr id="21" name="Shape 18"/>
          <p:cNvSpPr/>
          <p:nvPr/>
        </p:nvSpPr>
        <p:spPr>
          <a:xfrm>
            <a:off x="722293" y="6558320"/>
            <a:ext cx="419457" cy="419457"/>
          </a:xfrm>
          <a:prstGeom prst="roundRect">
            <a:avLst>
              <a:gd name="adj" fmla="val 18667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46237" y="6628209"/>
            <a:ext cx="171450" cy="279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1957388" y="6534983"/>
            <a:ext cx="2330291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密碼學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957388" y="6938010"/>
            <a:ext cx="6534150" cy="596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演算法在密碼學中也具有重要作用，例如 RSA 加密演算法用於加密和解密信息，保證信息安全。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4597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結論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09491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演算法是計算機科學的基石，其設計與分析直接影響軟體的性能與效率。在未來，隨著人工智慧與大數據的發展，演算法的研究將更加重要，並在各個領域發揮更大的作用。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2024-12-23T11:33:52Z</dcterms:created>
  <dcterms:modified xsi:type="dcterms:W3CDTF">2024-12-23T11:33:52Z</dcterms:modified>
</cp:coreProperties>
</file>